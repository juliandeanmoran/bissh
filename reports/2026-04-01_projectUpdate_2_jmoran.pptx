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validate with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140</Words>
  <Application>Microsoft Office PowerPoint</Application>
  <PresentationFormat>Widescreen</PresentationFormat>
  <Paragraphs>26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Georgia Pro</vt:lpstr>
      <vt:lpstr>Lucida Console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10</cp:revision>
  <dcterms:created xsi:type="dcterms:W3CDTF">2026-04-01T17:28:23Z</dcterms:created>
  <dcterms:modified xsi:type="dcterms:W3CDTF">2026-04-01T18:18:36Z</dcterms:modified>
</cp:coreProperties>
</file>