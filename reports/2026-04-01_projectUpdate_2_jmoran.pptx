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6" r:id="rId3"/>
    <p:sldId id="257" r:id="rId4"/>
    <p:sldId id="26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validate with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232</Words>
  <Application>Microsoft Office PowerPoint</Application>
  <PresentationFormat>Widescreen</PresentationFormat>
  <Paragraphs>90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Georgia Pro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17</cp:revision>
  <dcterms:created xsi:type="dcterms:W3CDTF">2026-04-01T17:28:23Z</dcterms:created>
  <dcterms:modified xsi:type="dcterms:W3CDTF">2026-04-01T19:21:20Z</dcterms:modified>
</cp:coreProperties>
</file>