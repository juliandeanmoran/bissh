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6" r:id="rId3"/>
    <p:sldId id="257" r:id="rId4"/>
    <p:sldId id="26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2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2026-04-10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401147"/>
            <a:ext cx="9272016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Finalize manually curated list of gold-standard bacteria-human protein pairs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purpose: to serve as positive control in subsequent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  <a:endParaRPr lang="en-US" dirty="0">
              <a:latin typeface="Georgia Pro" panose="02040502050405020303" pitchFamily="18" charset="0"/>
            </a:endParaRP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Build a user interface for interactive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target users: C Trost lab, J Moran, bacterial protein research community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features: structural alignment visualization, sequence alignment visualization, domain annotation overlay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Get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Review – next steps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validate with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D5AEA-25A4-23EF-061E-6033EBF9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63EFC-F093-3F28-A109-DC88635409FE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A6B9E2-84D2-B174-67D9-7AEE69C49D76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Gold standard list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6586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143</Words>
  <Application>Microsoft Office PowerPoint</Application>
  <PresentationFormat>Widescreen</PresentationFormat>
  <Paragraphs>27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Aptos Display</vt:lpstr>
      <vt:lpstr>Arial</vt:lpstr>
      <vt:lpstr>Courier New</vt:lpstr>
      <vt:lpstr>Georgia Pro</vt:lpstr>
      <vt:lpstr>Lucida Console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12</cp:revision>
  <dcterms:created xsi:type="dcterms:W3CDTF">2026-04-01T17:28:23Z</dcterms:created>
  <dcterms:modified xsi:type="dcterms:W3CDTF">2026-04-01T18:22:01Z</dcterms:modified>
</cp:coreProperties>
</file>