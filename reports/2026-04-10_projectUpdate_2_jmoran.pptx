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6" r:id="rId3"/>
    <p:sldId id="272" r:id="rId4"/>
    <p:sldId id="257" r:id="rId5"/>
    <p:sldId id="269" r:id="rId6"/>
    <p:sldId id="270" r:id="rId7"/>
    <p:sldId id="271" r:id="rId8"/>
    <p:sldId id="275" r:id="rId9"/>
    <p:sldId id="274" r:id="rId10"/>
    <p:sldId id="277" r:id="rId11"/>
    <p:sldId id="267" r:id="rId12"/>
    <p:sldId id="27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EE"/>
    <a:srgbClr val="0000FF"/>
    <a:srgbClr val="0000A5"/>
    <a:srgbClr val="0162B3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915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Finalize manually curated list of gold-standard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89DF-987B-2A7F-4626-B4E08794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292F4919-8567-DB6E-55ED-474C8E40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001313-65AD-9DB7-0BD3-1EB7FF747852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A7A31-E022-1369-F8F6-D2ABFBE6FD69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4B163-8567-7BFB-C8D0-1B3990F811D6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09A3A-4238-29FE-0EE9-85349C94DDF6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6A21C-F8E0-979D-4C78-5AD8F626206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40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20195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A1410C-3E75-3DA4-B14E-C13268097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460" y="405443"/>
            <a:ext cx="3068612" cy="254134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372D3B-10A7-BA1C-E1C1-2FF420E6F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60" y="2946790"/>
            <a:ext cx="3068611" cy="27915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76405" y="405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5E2953-C92B-DD97-A158-9DF0CD353A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405443"/>
            <a:ext cx="5171306" cy="43390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114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99706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9B9206-4383-222B-653B-DC4D92132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809" y="2574759"/>
            <a:ext cx="3052737" cy="28761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8B2DC9-11AE-F408-0C77-180D3EB66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09" y="114300"/>
            <a:ext cx="3059385" cy="24604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 [M. marinus]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9394672" y="10699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4" y="5866698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9394672" y="251503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456144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176780" y="2515033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418ABC-1873-F644-A689-9C5929950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114300"/>
            <a:ext cx="5168872" cy="463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B619D5C-1957-C731-D7C7-99ABC25BBDD9}"/>
              </a:ext>
            </a:extLst>
          </p:cNvPr>
          <p:cNvSpPr/>
          <p:nvPr/>
        </p:nvSpPr>
        <p:spPr>
          <a:xfrm>
            <a:off x="8711460" y="2785987"/>
            <a:ext cx="3059085" cy="262797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4" y="3920615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39158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 [J. tructae]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48032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4" y="4778494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1326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3349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4" y="5038023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9349397" y="278598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028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275022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BDC0A7-B788-0015-0D36-BD5E1319F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372" y="559331"/>
            <a:ext cx="5162279" cy="3348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1AB855-A635-3FCC-D993-3997626F1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60" y="559331"/>
            <a:ext cx="3062834" cy="224512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9349398" y="559331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13C82C-7182-409C-E2EA-E67D63249E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7237" y="2783050"/>
            <a:ext cx="2069389" cy="259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ECFF34D-EF51-9242-5410-5F51BAC36330}"/>
              </a:ext>
            </a:extLst>
          </p:cNvPr>
          <p:cNvSpPr/>
          <p:nvPr/>
        </p:nvSpPr>
        <p:spPr>
          <a:xfrm>
            <a:off x="8711459" y="405442"/>
            <a:ext cx="3059085" cy="239175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A8A3A6-B805-4754-949B-A2994CFE8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902" y="405442"/>
            <a:ext cx="2823973" cy="238845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E82F74D-D5FE-D9CF-114A-0F5783339A1D}"/>
              </a:ext>
            </a:extLst>
          </p:cNvPr>
          <p:cNvSpPr/>
          <p:nvPr/>
        </p:nvSpPr>
        <p:spPr>
          <a:xfrm>
            <a:off x="8711460" y="2785987"/>
            <a:ext cx="3059085" cy="316372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430691-1876-0115-553C-DEAE38981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05"/>
          <a:stretch>
            <a:fillRect/>
          </a:stretch>
        </p:blipFill>
        <p:spPr>
          <a:xfrm>
            <a:off x="8711460" y="2946791"/>
            <a:ext cx="2934109" cy="3002921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4" y="510432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1649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874521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38837" y="1401961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0F643-970A-26FF-175C-D976A558A2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405443"/>
            <a:ext cx="5171304" cy="381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Gold standard list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926015"/>
              </p:ext>
            </p:extLst>
          </p:nvPr>
        </p:nvGraphicFramePr>
        <p:xfrm>
          <a:off x="1241192" y="2618867"/>
          <a:ext cx="534720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0540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2130668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Bacterial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Human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232048" y="6222191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7A16E8-B5E1-C5E3-E508-1CB08B5FBD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6931613" y="1587259"/>
            <a:ext cx="4559865" cy="445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26B94E5-A8B0-D7E4-D948-58A57B2102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460" y="405443"/>
            <a:ext cx="3068612" cy="254134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74506DE-11C2-1C10-17E2-3E8CE1F00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60" y="2946790"/>
            <a:ext cx="3068611" cy="27915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txt [txt]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txt [H. sapiens][txt]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A470E5D-62D8-6B57-EFB1-5495D21A20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3804" y="405443"/>
            <a:ext cx="5171306" cy="43390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txt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8658D8-1D35-A3A3-4E73-0A27B49BF945}"/>
              </a:ext>
            </a:extLst>
          </p:cNvPr>
          <p:cNvSpPr txBox="1"/>
          <p:nvPr/>
        </p:nvSpPr>
        <p:spPr>
          <a:xfrm>
            <a:off x="3590957" y="5163595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0154" y="5866698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33804" y="6045500"/>
            <a:ext cx="51649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txt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177759"/>
              </p:ext>
            </p:extLst>
          </p:nvPr>
        </p:nvGraphicFramePr>
        <p:xfrm>
          <a:off x="350302" y="3647248"/>
          <a:ext cx="278289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txt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txt atoms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C580C62-E4AB-4F46-7942-18AC8424A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0849" r="8850"/>
          <a:stretch>
            <a:fillRect/>
          </a:stretch>
        </p:blipFill>
        <p:spPr>
          <a:xfrm>
            <a:off x="219800" y="483593"/>
            <a:ext cx="3011454" cy="294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672</Words>
  <Application>Microsoft Office PowerPoint</Application>
  <PresentationFormat>Widescreen</PresentationFormat>
  <Paragraphs>183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69</cp:revision>
  <dcterms:created xsi:type="dcterms:W3CDTF">2026-04-01T17:28:23Z</dcterms:created>
  <dcterms:modified xsi:type="dcterms:W3CDTF">2026-04-08T18:14:54Z</dcterms:modified>
</cp:coreProperties>
</file>