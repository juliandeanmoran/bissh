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68" r:id="rId4"/>
    <p:sldId id="257" r:id="rId5"/>
    <p:sldId id="269" r:id="rId6"/>
    <p:sldId id="271" r:id="rId7"/>
    <p:sldId id="270" r:id="rId8"/>
    <p:sldId id="26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0000FF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F04D-4900-0CE7-33B5-E090286F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7D776-46FF-4F13-D9B9-E6220F720A8B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6E1A9-3561-1255-64B3-9BC04A192FC2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C30AC4-E0E5-AD00-36FD-CC73A04E9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263" r="11111"/>
          <a:stretch>
            <a:fillRect/>
          </a:stretch>
        </p:blipFill>
        <p:spPr>
          <a:xfrm>
            <a:off x="937403" y="1371599"/>
            <a:ext cx="4876801" cy="49781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DBE3D8-56B4-F8E6-70BC-175CE2B791A0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E5774-F5E7-F0EA-516A-4447D44BB0D7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E0AA2-6687-257D-5A19-4A7B88CA49F7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736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97A2889-6257-7DBA-F0AF-35FCA63EC5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263" r="11111"/>
          <a:stretch>
            <a:fillRect/>
          </a:stretch>
        </p:blipFill>
        <p:spPr>
          <a:xfrm>
            <a:off x="937403" y="1371599"/>
            <a:ext cx="4876801" cy="49781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0393" y="3588588"/>
            <a:ext cx="974785" cy="214797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051996" y="1534506"/>
            <a:ext cx="1956922" cy="204545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095454-CFCD-6352-613B-E7BB2E9CF28C}"/>
              </a:ext>
            </a:extLst>
          </p:cNvPr>
          <p:cNvSpPr txBox="1"/>
          <p:nvPr/>
        </p:nvSpPr>
        <p:spPr>
          <a:xfrm>
            <a:off x="197644" y="98985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To add – show examples of structural alignment from Zorya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452</Words>
  <Application>Microsoft Office PowerPoint</Application>
  <PresentationFormat>Widescreen</PresentationFormat>
  <Paragraphs>109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29</cp:revision>
  <dcterms:created xsi:type="dcterms:W3CDTF">2026-04-01T17:28:23Z</dcterms:created>
  <dcterms:modified xsi:type="dcterms:W3CDTF">2026-04-07T17:41:48Z</dcterms:modified>
</cp:coreProperties>
</file>