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6" r:id="rId3"/>
    <p:sldId id="268" r:id="rId4"/>
    <p:sldId id="257" r:id="rId5"/>
    <p:sldId id="26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 varScale="1">
        <p:scale>
          <a:sx n="111" d="100"/>
          <a:sy n="111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F04D-4900-0CE7-33B5-E090286F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7D776-46FF-4F13-D9B9-E6220F720A8B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6E1A9-3561-1255-64B3-9BC04A192FC2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C30AC4-E0E5-AD00-36FD-CC73A04E9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263" r="11111"/>
          <a:stretch>
            <a:fillRect/>
          </a:stretch>
        </p:blipFill>
        <p:spPr>
          <a:xfrm>
            <a:off x="937403" y="1371599"/>
            <a:ext cx="4876801" cy="49781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DBE3D8-56B4-F8E6-70BC-175CE2B791A0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E5774-F5E7-F0EA-516A-4447D44BB0D7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E0AA2-6687-257D-5A19-4A7B88CA49F7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736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97A2889-6257-7DBA-F0AF-35FCA63EC5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263" r="11111"/>
          <a:stretch>
            <a:fillRect/>
          </a:stretch>
        </p:blipFill>
        <p:spPr>
          <a:xfrm>
            <a:off x="937403" y="1371599"/>
            <a:ext cx="4876801" cy="49781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0393" y="3588588"/>
            <a:ext cx="974785" cy="214797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567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𝑝𝑟𝑜𝑏𝑎𝑏𝑖𝑙𝑖𝑡𝑦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567143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051996" y="1534506"/>
            <a:ext cx="1956922" cy="204545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367</Words>
  <Application>Microsoft Office PowerPoint</Application>
  <PresentationFormat>Widescreen</PresentationFormat>
  <Paragraphs>101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21</cp:revision>
  <dcterms:created xsi:type="dcterms:W3CDTF">2026-04-01T17:28:23Z</dcterms:created>
  <dcterms:modified xsi:type="dcterms:W3CDTF">2026-04-07T17:26:55Z</dcterms:modified>
</cp:coreProperties>
</file>