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6" r:id="rId3"/>
    <p:sldId id="269" r:id="rId4"/>
    <p:sldId id="257" r:id="rId5"/>
    <p:sldId id="286" r:id="rId6"/>
    <p:sldId id="28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2B3"/>
    <a:srgbClr val="1A926E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763" autoAdjust="0"/>
  </p:normalViewPr>
  <p:slideViewPr>
    <p:cSldViewPr snapToGrid="0">
      <p:cViewPr varScale="1">
        <p:scale>
          <a:sx n="111" d="100"/>
          <a:sy n="111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4776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</a:t>
            </a:r>
            <a:r>
              <a:rPr lang="en-US" sz="2600" b="1" dirty="0" err="1">
                <a:solidFill>
                  <a:schemeClr val="bg1"/>
                </a:solidFill>
                <a:latin typeface="Georgia Pro" panose="02040502050405020303" pitchFamily="18" charset="0"/>
              </a:rPr>
              <a:t>FoldSeek</a:t>
            </a:r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1072904" y="231210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</a:t>
            </a:r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6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2278</TotalTime>
  <Words>221</Words>
  <Application>Microsoft Office PowerPoint</Application>
  <PresentationFormat>Widescreen</PresentationFormat>
  <Paragraphs>38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148</cp:revision>
  <dcterms:created xsi:type="dcterms:W3CDTF">2026-04-01T17:28:23Z</dcterms:created>
  <dcterms:modified xsi:type="dcterms:W3CDTF">2026-08-25T17:25:00Z</dcterms:modified>
</cp:coreProperties>
</file>