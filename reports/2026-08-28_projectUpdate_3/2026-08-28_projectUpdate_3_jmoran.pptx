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4" r:id="rId15"/>
    <p:sldId id="295" r:id="rId16"/>
    <p:sldId id="29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1A1B"/>
    <a:srgbClr val="1B1E1F"/>
    <a:srgbClr val="F8F9FA"/>
    <a:srgbClr val="DC445D"/>
    <a:srgbClr val="4A27F9"/>
    <a:srgbClr val="0162B3"/>
    <a:srgbClr val="1A926E"/>
    <a:srgbClr val="EEEEEE"/>
    <a:srgbClr val="0000FF"/>
    <a:srgbClr val="000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63" autoAdjust="0"/>
  </p:normalViewPr>
  <p:slideViewPr>
    <p:cSldViewPr snapToGrid="0">
      <p:cViewPr>
        <p:scale>
          <a:sx n="66" d="100"/>
          <a:sy n="66" d="100"/>
        </p:scale>
        <p:origin x="2274" y="10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Pipeline schematic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protein in DefenseFinder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38494"/>
            <a:ext cx="12192000" cy="5363909"/>
            <a:chOff x="0" y="856370"/>
            <a:chExt cx="12192000" cy="536390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856370"/>
              <a:ext cx="31289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Q6ICS7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856370"/>
              <a:ext cx="28765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E4ZAF3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Q6IC7-E4ZAF3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5B8F64-2811-4671-34C4-817BB60EB7E9}"/>
              </a:ext>
            </a:extLst>
          </p:cNvPr>
          <p:cNvSpPr txBox="1"/>
          <p:nvPr/>
        </p:nvSpPr>
        <p:spPr>
          <a:xfrm>
            <a:off x="381000" y="215900"/>
            <a:ext cx="758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Worked example: strong homology, low sequence homology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6FBCF-6996-7BE6-B15E-1A7B2134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F4CD7-59D5-B2D2-FA64-845C5B11662A}"/>
              </a:ext>
            </a:extLst>
          </p:cNvPr>
          <p:cNvSpPr txBox="1"/>
          <p:nvPr/>
        </p:nvSpPr>
        <p:spPr>
          <a:xfrm>
            <a:off x="381000" y="215900"/>
            <a:ext cx="758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Worked example: domain-specific homology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0462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05B-114B-43EA-7ED1-67E68CD5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6E6A77-6B5A-DF34-8EC2-8F13A2024E0E}"/>
              </a:ext>
            </a:extLst>
          </p:cNvPr>
          <p:cNvSpPr txBox="1"/>
          <p:nvPr/>
        </p:nvSpPr>
        <p:spPr>
          <a:xfrm>
            <a:off x="381000" y="215900"/>
            <a:ext cx="758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IUIS-IEI genes have significantly higher score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2590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3803</TotalTime>
  <Words>660</Words>
  <Application>Microsoft Office PowerPoint</Application>
  <PresentationFormat>Widescreen</PresentationFormat>
  <Paragraphs>147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205</cp:revision>
  <dcterms:created xsi:type="dcterms:W3CDTF">2026-04-01T17:28:23Z</dcterms:created>
  <dcterms:modified xsi:type="dcterms:W3CDTF">2026-08-26T20:00:58Z</dcterms:modified>
</cp:coreProperties>
</file>