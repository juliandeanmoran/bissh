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89" r:id="rId11"/>
    <p:sldId id="29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1A926E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63" autoAdjust="0"/>
  </p:normalViewPr>
  <p:slideViewPr>
    <p:cSldViewPr snapToGrid="0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27959" y="3301586"/>
            <a:ext cx="3337558" cy="3001835"/>
            <a:chOff x="343293" y="3300621"/>
            <a:chExt cx="3337558" cy="30018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319340"/>
              <a:ext cx="2406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Verdana Pro" panose="020B0604030504040204" pitchFamily="34" charset="0"/>
                </a:rPr>
                <a:t>PyMOL score term</a:t>
              </a:r>
              <a:endParaRPr lang="en-CA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2433</TotalTime>
  <Words>396</Words>
  <Application>Microsoft Office PowerPoint</Application>
  <PresentationFormat>Widescreen</PresentationFormat>
  <Paragraphs>110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177</cp:revision>
  <dcterms:created xsi:type="dcterms:W3CDTF">2026-04-01T17:28:23Z</dcterms:created>
  <dcterms:modified xsi:type="dcterms:W3CDTF">2026-08-25T21:11:16Z</dcterms:modified>
</cp:coreProperties>
</file>