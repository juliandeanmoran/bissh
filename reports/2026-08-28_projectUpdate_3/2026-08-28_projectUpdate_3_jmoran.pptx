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DC445D"/>
    <a:srgbClr val="4A27F9"/>
    <a:srgbClr val="0162B3"/>
    <a:srgbClr val="1A926E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63" autoAdjust="0"/>
  </p:normalViewPr>
  <p:slideViewPr>
    <p:cSldViewPr snapToGrid="0">
      <p:cViewPr>
        <p:scale>
          <a:sx n="100" d="100"/>
          <a:sy n="100" d="100"/>
        </p:scale>
        <p:origin x="9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4776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27959" y="3301586"/>
            <a:ext cx="3337558" cy="3001835"/>
            <a:chOff x="343293" y="3300621"/>
            <a:chExt cx="3337558" cy="30018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319340"/>
              <a:ext cx="2406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Verdana Pro" panose="020B0604030504040204" pitchFamily="34" charset="0"/>
                </a:rPr>
                <a:t>PyMOL score term</a:t>
              </a:r>
              <a:endParaRPr lang="en-CA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363705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Pipeline schematic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protein in DefenseFinder</a:t>
            </a: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D8D45798-7DF9-C8FC-6DB2-C7230BA5880D}"/>
              </a:ext>
            </a:extLst>
          </p:cNvPr>
          <p:cNvCxnSpPr>
            <a:cxnSpLocks/>
          </p:cNvCxnSpPr>
          <p:nvPr/>
        </p:nvCxnSpPr>
        <p:spPr>
          <a:xfrm flipV="1">
            <a:off x="7135430" y="1909758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8128367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888177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8410341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8410341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8389795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888176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888176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8389794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888176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790885" y="2741214"/>
            <a:ext cx="1393447" cy="3092898"/>
            <a:chOff x="10790885" y="2741214"/>
            <a:chExt cx="1393447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5" y="4021098"/>
              <a:ext cx="1393447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487608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2474</TotalTime>
  <Words>436</Words>
  <Application>Microsoft Office PowerPoint</Application>
  <PresentationFormat>Widescreen</PresentationFormat>
  <Paragraphs>124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185</cp:revision>
  <dcterms:created xsi:type="dcterms:W3CDTF">2026-04-01T17:28:23Z</dcterms:created>
  <dcterms:modified xsi:type="dcterms:W3CDTF">2026-08-25T21:52:03Z</dcterms:modified>
</cp:coreProperties>
</file>