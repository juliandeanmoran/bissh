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3CF668-C101-4E7E-94E2-7030205CD9E8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239170"/>
            <a:ext cx="6616011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Bacterial anti-phage structural homology: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5354569-99E2-1605-7A40-A5203823AE33}"/>
              </a:ext>
            </a:extLst>
          </p:cNvPr>
          <p:cNvSpPr>
            <a:spLocks noGrp="1"/>
          </p:cNvSpPr>
          <p:nvPr/>
        </p:nvSpPr>
        <p:spPr>
          <a:xfrm>
            <a:off x="9342377" y="644492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7270207-DBFD-445B-A728-4AD6C90BB02C}" type="slidenum">
              <a:rPr lang="en-US" smtClean="0"/>
              <a:pPr/>
              <a:t>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816639-416F-378A-9CD6-0190AB9F607C}"/>
              </a:ext>
            </a:extLst>
          </p:cNvPr>
          <p:cNvSpPr txBox="1"/>
          <p:nvPr/>
        </p:nvSpPr>
        <p:spPr>
          <a:xfrm>
            <a:off x="768096" y="2011680"/>
            <a:ext cx="92720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2000">
                <a:latin typeface="Georgia Pro" panose="02040502050405020303" pitchFamily="18" charset="0"/>
              </a:rPr>
              <a:t>txt</a:t>
            </a:r>
            <a:endParaRPr lang="en-US" sz="16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</a:rPr>
              <a:t>Which human proteins in the Foldseek cluster dataset exhibit high structural homology with bacterial immune system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hypothesise about previously uncharacterised functions re: the human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58</Words>
  <Application>Microsoft Office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4</cp:revision>
  <dcterms:created xsi:type="dcterms:W3CDTF">2026-02-18T15:29:39Z</dcterms:created>
  <dcterms:modified xsi:type="dcterms:W3CDTF">2026-02-18T16:55:33Z</dcterms:modified>
</cp:coreProperties>
</file>